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Analytics Internship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ApexPlanet</a:t>
            </a:r>
            <a:r>
              <a:rPr dirty="0"/>
              <a:t> Software Pvt. Ltd.</a:t>
            </a:r>
            <a:endParaRPr lang="en-IN" dirty="0"/>
          </a:p>
          <a:p>
            <a:r>
              <a:rPr lang="en-IN" dirty="0"/>
              <a:t>MADDELA HARSHITHA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a 60-day Data Analytics Internship</a:t>
            </a:r>
          </a:p>
          <a:p>
            <a:r>
              <a:t>Focused on real-world data analysis</a:t>
            </a:r>
          </a:p>
          <a:p>
            <a:r>
              <a:t>End-to-end data analytics workflow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dataset with demographic and numeric features</a:t>
            </a:r>
          </a:p>
          <a:p>
            <a:r>
              <a:t>Used for analysis and insights generation</a:t>
            </a:r>
          </a:p>
          <a:p>
            <a:r>
              <a:t>Prepared for business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1: Data Wrangling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Handled missing values</a:t>
            </a:r>
          </a:p>
          <a:p>
            <a:r>
              <a:t>Removed duplicate records</a:t>
            </a:r>
          </a:p>
          <a:p>
            <a:r>
              <a:t>Standardized and cleaned data</a:t>
            </a:r>
          </a:p>
          <a:p>
            <a:r>
              <a:t>Created analysis-ready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2: 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Performed univariate and bivariate analysis</a:t>
            </a:r>
          </a:p>
          <a:p>
            <a:r>
              <a:t>Identified patterns and trends</a:t>
            </a:r>
          </a:p>
          <a:p>
            <a:r>
              <a:t>Answered business questions</a:t>
            </a:r>
          </a:p>
          <a:p>
            <a:r>
              <a:t>Generated visual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3: Dashboarding &amp;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Defined KPIs</a:t>
            </a:r>
          </a:p>
          <a:p>
            <a:r>
              <a:t>Applied K-Means clustering</a:t>
            </a:r>
          </a:p>
          <a:p>
            <a:r>
              <a:t>Identified customer segments</a:t>
            </a:r>
          </a:p>
          <a:p>
            <a:r>
              <a:t>Prepared dashboard-ready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4: Storytelling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Converted analysis into business insights</a:t>
            </a:r>
          </a:p>
          <a:p>
            <a:r>
              <a:t>Performed hypothesis testing (ANOVA)</a:t>
            </a:r>
          </a:p>
          <a:p>
            <a:r>
              <a:t>Validated results statistically</a:t>
            </a:r>
          </a:p>
          <a:p>
            <a:r>
              <a:t>Presented findings clearly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Customer segments show different behavior</a:t>
            </a:r>
          </a:p>
          <a:p>
            <a:r>
              <a:t>Income and age influence patterns</a:t>
            </a:r>
          </a:p>
          <a:p>
            <a:r>
              <a:t>Data-driven decisions possible</a:t>
            </a:r>
          </a:p>
          <a:p>
            <a:r>
              <a:t>Insights support business strategy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(Pandas, NumPy)</a:t>
            </a:r>
          </a:p>
          <a:p>
            <a:r>
              <a:t>Matplotlib, Scikit-learn</a:t>
            </a:r>
          </a:p>
          <a:p>
            <a:r>
              <a:t>Google Colab</a:t>
            </a:r>
          </a:p>
          <a:p>
            <a:r>
              <a:t>Power BI / Tableau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Completed full data analytics lifecycle</a:t>
            </a:r>
          </a:p>
          <a:p>
            <a:r>
              <a:t>Improved analytical and technical skills</a:t>
            </a:r>
          </a:p>
          <a:p>
            <a:r>
              <a:t>Ready for real-world data challenges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211762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181</Words>
  <Application>Microsoft Office PowerPoint</Application>
  <PresentationFormat>On-screen Show (4:3)</PresentationFormat>
  <Paragraphs>46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Data Analytics Internship Portfolio</vt:lpstr>
      <vt:lpstr>Introduction</vt:lpstr>
      <vt:lpstr>Dataset Overview</vt:lpstr>
      <vt:lpstr>Task 1: Data Wrangling</vt:lpstr>
      <vt:lpstr>Task 2: Exploratory Data Analysis</vt:lpstr>
      <vt:lpstr>Task 3: Dashboarding &amp; Segmentation</vt:lpstr>
      <vt:lpstr>Task 4: Storytelling &amp; Validation</vt:lpstr>
      <vt:lpstr>Key Insights</vt:lpstr>
      <vt:lpstr>Tools &amp; Technologies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harshitha maddela</cp:lastModifiedBy>
  <cp:revision>2</cp:revision>
  <dcterms:created xsi:type="dcterms:W3CDTF">2013-01-27T09:14:16Z</dcterms:created>
  <dcterms:modified xsi:type="dcterms:W3CDTF">2026-03-20T15:20:09Z</dcterms:modified>
  <cp:category/>
</cp:coreProperties>
</file>